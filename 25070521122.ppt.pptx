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Problem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(DAA)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 |  Dynamic Programming  |  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items, each with weight w[i] and value v[i], and a knapsack of capacity W.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choose items to maximize total value without exceeding total weight W.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 Σ v[i]·x[i]   subject to   Σ w[i]·x[i] ≤ 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0/1 Knapsack (x[i] ∈ {0,1}), Fractional Knapsack (0 ≤ x[i] ≤ 1), Unbounded Knapsack (unlimited copies).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optimization problem: a classic case for studying greedy vs. dynamic programming.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Knapsack: Greedy Approach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be broken: take a fraction of an item.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choice: compute ratio v[i]/w[i] for every item.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items by ratio in descending order.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whole items while they fit; take a fraction of the next item to fill the remaining capacity.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gives the optimal solution here.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 log n), dominated by sorting.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12801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Sort by v/w (desc)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each item: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w[i] ≤ remaining: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take all of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take fraction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remaining / w[i]; stop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Knapsack: Dynamic Programming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fails for 0/1: items cannot be split, so we use DP.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V[i][j] = best value using the first i items with capacity j.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V[0][j] = 0 and V[i][0] = 0.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8346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w[i] &gt; j:     V[i][j] = V[i-1][j]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V[i][j] = max( V[i-1][j],  v[i] + V[i-1][j - w[i]] 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V[n][W]   (trace back to find chosen items)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(W = 7)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(weight, value):  1 → (1, 1)   2 → (3, 4)   3 → (4, 5)   4 → (5, 7)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\ 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value = 9, by picking items 2 (w3) and 3 (w4): weight 3 + 4 = 7, value 4 + 5 = 9.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Traceback: V[4][7] = V[3][7] (item 4 not taken), V[3][7] ≠ V[2][7] (item 3 taken), then item 2 taken.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 (0/1)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O(2^n)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table (0/1)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DP, 1-D array (0/1)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(fractional)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(0/1)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O(nW) is pseudo-polynomial: it depends on the numeric value of W, not just input size. 0/1 Knapsack is NP-complete.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and budget planning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loading and cutting-stock problems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selection and project scheduling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(Merkle-Hellman knapsack cipher)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use greedy when items are divisible; use DP when they are not.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Knapsack Problem - DAA</dc:title>
  <dc:subject>PptxGenJS Presentation</dc:subject>
  <dc:creator>PptxGenJS</dc:creator>
  <cp:lastModifiedBy>PptxGenJS</cp:lastModifiedBy>
  <cp:revision>1</cp:revision>
  <dcterms:created xsi:type="dcterms:W3CDTF">2026-10-20T05:29:06Z</dcterms:created>
  <dcterms:modified xsi:type="dcterms:W3CDTF">2026-10-20T05:29:06Z</dcterms:modified>
</cp:coreProperties>
</file>